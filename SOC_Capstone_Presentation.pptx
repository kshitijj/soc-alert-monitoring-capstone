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0"/>
  </p:notesMasterIdLst>
  <p:sldIdLst>
    <p:sldId id="256" r:id="rId2"/>
    <p:sldId id="714" r:id="rId3"/>
    <p:sldId id="801" r:id="rId16"/>
    <p:sldId id="802" r:id="rId17"/>
    <p:sldId id="803" r:id="rId18"/>
    <p:sldId id="804" r:id="rId19"/>
    <p:sldId id="805" r:id="rId20"/>
    <p:sldId id="806" r:id="rId21"/>
    <p:sldId id="807" r:id="rId22"/>
    <p:sldId id="808" r:id="rId23"/>
    <p:sldId id="711" r:id="rId8"/>
    <p:sldId id="3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5" Type="http://schemas.microsoft.com/office/2015/10/relationships/revisionInfo" Target="revisionInfo.xml"/><Relationship Id="rId10" Type="http://schemas.openxmlformats.org/officeDocument/2006/relationships/notesMaster" Target="notesMasters/notesMaster1.xml"/><Relationship Id="rId9" Type="http://schemas.openxmlformats.org/officeDocument/2006/relationships/slide" Target="slides/slide8.xml"/><Relationship Id="rId14"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22-06-2026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xml:space="preserve">: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atin typeface="Calibri" panose="020F0502020204030204" pitchFamily="34" charset="0"/>
              </a:rPr>
              <a:t>SOC Alert Monitoring &amp; Log Correlation</a:t>
            </a:r>
          </a:p>
        </p:txBody>
      </p:sp>
      <p:sp>
        <p:nvSpPr>
          <p:cNvPr id="6" name="Subtitle"/>
          <p:cNvSpPr/>
          <p:nvPr/>
        </p:nvSpPr>
        <p:spPr>
          <a:xfrm>
            <a:off x="1" y="3699812"/>
            <a:ext cx="12192000" cy="900000"/>
          </a:xfrm>
          <a:prstGeom prst="rect">
            <a:avLst/>
          </a:prstGeom>
          <a:noFill/>
          <a:ln>
            <a:noFill/>
          </a:ln>
        </p:spPr>
        <p:txBody>
          <a:bodyPr rtlCol="0" anchor="t"/>
          <a:lstStyle/>
          <a:p>
            <a:pPr algn="ctr"/>
            <a:r>
              <a:rPr lang="en-US" sz="1800" dirty="0">
                <a:latin typeface="Calibri" panose="020F0502020204030204" pitchFamily="34" charset="0"/>
              </a:rPr>
              <a:t>Using Sysmon, Windows Event Viewer, Wireshark &amp; a Python-Based SOC Incident Analyzer</a:t>
            </a:r>
          </a:p>
          <a:p>
            <a:pPr algn="ctr"/>
            <a:r>
              <a:rPr lang="en-US" sz="1600" i="1" dirty="0">
                <a:latin typeface="Calibri" panose="020F0502020204030204" pitchFamily="34" charset="0"/>
              </a:rPr>
              <a:t>Undergraduate Cybersecurity Capstone Project</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r>
              <a:rPr lang="en-US" dirty="0"/>
              <a:t>Project Overview</a:t>
            </a:r>
          </a:p>
          <a:p>
            <a:r>
              <a:rPr lang="en-US" dirty="0"/>
              <a:t>Lab Setup &amp; Architecture</a:t>
            </a:r>
          </a:p>
          <a:p>
            <a:r>
              <a:rPr lang="en-US" dirty="0"/>
              <a:t>Data Collection</a:t>
            </a:r>
          </a:p>
          <a:p>
            <a:r>
              <a:rPr lang="en-US" dirty="0"/>
              <a:t>Attack Simulation</a:t>
            </a:r>
          </a:p>
          <a:p>
            <a:r>
              <a:rPr lang="en-US" dirty="0"/>
              <a:t>Log Correlation &amp; Timeline</a:t>
            </a:r>
          </a:p>
          <a:p>
            <a:r>
              <a:rPr lang="en-US" dirty="0"/>
              <a:t>Findings &amp; Alerts</a:t>
            </a:r>
          </a:p>
          <a:p>
            <a:r>
              <a:rPr lang="en-US" dirty="0"/>
              <a:t>MITRE ATT&amp;CK Mapping</a:t>
            </a:r>
          </a:p>
          <a:p>
            <a:r>
              <a:rPr lang="en-US" dirty="0"/>
              <a:t>Conclusion</a:t>
            </a:r>
          </a:p>
        </p:txBody>
      </p:sp>
    </p:spTree>
    <p:extLst>
      <p:ext uri="{BB962C8B-B14F-4D97-AF65-F5344CB8AC3E}">
        <p14:creationId xmlns:p14="http://schemas.microsoft.com/office/powerpoint/2010/main" val="1953804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Project Overview</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dirty="0"/>
              <a:t>SOC Alert Monitoring &amp; Log Correlation exercise</a:t>
            </a:r>
          </a:p>
          <a:p>
            <a:pPr lvl="0"/>
            <a:r>
              <a:rPr lang="en-US" sz="2000" dirty="0"/>
              <a:t>Virtualized lab: Windows 11 host + Kali Linux attacker (VMware Workstation Pro)</a:t>
            </a:r>
          </a:p>
          <a:p>
            <a:pPr lvl="0"/>
            <a:r>
              <a:rPr lang="en-US" sz="2000" dirty="0"/>
              <a:t>Telemetry sources: Sysmon, Windows Event Viewer, Wireshark</a:t>
            </a:r>
          </a:p>
          <a:p>
            <a:pPr lvl="0"/>
            <a:r>
              <a:rPr lang="en-US" sz="2000" dirty="0"/>
              <a:t>Custom Python SOC Incident Analyzer (v3.0) for correlation &amp; reporting</a:t>
            </a:r>
          </a:p>
          <a:p>
            <a:pPr lvl="0"/>
            <a:r>
              <a:rPr lang="en-US" sz="2000" dirty="0"/>
              <a:t>Result: 9 incidents identified, Risk Score 69/100 (HIGH)</a:t>
            </a:r>
          </a:p>
        </p:txBody>
      </p:sp>
    </p:spTree>
    <p:extLst>
      <p:ext uri="{BB962C8B-B14F-4D97-AF65-F5344CB8AC3E}">
        <p14:creationId xmlns:p14="http://schemas.microsoft.com/office/powerpoint/2010/main" val="2272459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Lab Setup &amp; Architecture</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dirty="0"/>
              <a:t>Platform: VMware Workstation Pro</a:t>
            </a:r>
          </a:p>
          <a:p>
            <a:pPr lvl="0"/>
            <a:r>
              <a:rPr lang="en-US" sz="2000" dirty="0"/>
              <a:t>Monitored endpoint: Windows 11 (victim host)</a:t>
            </a:r>
          </a:p>
          <a:p>
            <a:pPr lvl="0"/>
            <a:r>
              <a:rPr lang="en-US" sz="2000" dirty="0"/>
              <a:t>Attacking machine: Kali Linux 2026.1</a:t>
            </a:r>
          </a:p>
          <a:p>
            <a:pPr lvl="0"/>
            <a:r>
              <a:rPr lang="en-US" sz="2000" dirty="0"/>
              <a:t>Isolated internal networking via VMware VMnet adapters</a:t>
            </a:r>
          </a:p>
          <a:p>
            <a:pPr lvl="0"/>
            <a:r>
              <a:rPr lang="en-US" sz="2000" dirty="0"/>
              <a:t>Host IP address: 192.168.0.105 (Wi-Fi adapter)</a:t>
            </a:r>
          </a:p>
          <a:p>
            <a:pPr lvl="0"/>
            <a:r>
              <a:rPr lang="en-US" sz="2000" dirty="0"/>
              <a:t>No exposure to external network</a:t>
            </a:r>
          </a:p>
        </p:txBody>
      </p:sp>
    </p:spTree>
    <p:extLst>
      <p:ext uri="{BB962C8B-B14F-4D97-AF65-F5344CB8AC3E}">
        <p14:creationId xmlns:p14="http://schemas.microsoft.com/office/powerpoint/2010/main" val="2272459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Data Collection</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dirty="0"/>
              <a:t>Sysmon: Event ID 1 (Process Creation)</a:t>
            </a:r>
          </a:p>
          <a:p>
            <a:pPr lvl="0"/>
            <a:r>
              <a:rPr lang="en-US" sz="2000" dirty="0"/>
              <a:t>Sysmon: Event ID 3 (Network Connection)</a:t>
            </a:r>
          </a:p>
          <a:p>
            <a:pPr lvl="0"/>
            <a:r>
              <a:rPr lang="en-US" sz="2000" dirty="0"/>
              <a:t>Windows Event Viewer: Event ID 4624 (Successful Logon)</a:t>
            </a:r>
          </a:p>
          <a:p>
            <a:pPr lvl="0"/>
            <a:r>
              <a:rPr lang="en-US" sz="2000" dirty="0"/>
              <a:t>Windows Event Viewer: Event ID 4625 (Failed Logon)</a:t>
            </a:r>
          </a:p>
          <a:p>
            <a:pPr lvl="0"/>
            <a:r>
              <a:rPr lang="en-US" sz="2000" dirty="0"/>
              <a:t>Wireshark: Packet capture, filter tcp.port == 135</a:t>
            </a:r>
          </a:p>
          <a:p>
            <a:pPr lvl="0"/>
            <a:r>
              <a:rPr lang="en-US" sz="2000" dirty="0"/>
              <a:t>Captured TCP 3-way handshake (SYN, SYN-ACK, ACK) &amp; RST/ACK resets</a:t>
            </a:r>
          </a:p>
        </p:txBody>
      </p:sp>
    </p:spTree>
    <p:extLst>
      <p:ext uri="{BB962C8B-B14F-4D97-AF65-F5344CB8AC3E}">
        <p14:creationId xmlns:p14="http://schemas.microsoft.com/office/powerpoint/2010/main" val="2272459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Attack Simulation</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dirty="0"/>
              <a:t>Attacking machine: Kali Linux</a:t>
            </a:r>
          </a:p>
          <a:p>
            <a:pPr lvl="0"/>
            <a:r>
              <a:rPr lang="en-US" sz="2000" dirty="0"/>
              <a:t>Tool: Nmap TCP connect scan (nmap -Pn -sT)</a:t>
            </a:r>
          </a:p>
          <a:p>
            <a:pPr lvl="0"/>
            <a:r>
              <a:rPr lang="en-US" sz="2000" dirty="0"/>
              <a:t>Target: Windows 11 host (192.168.0.105)</a:t>
            </a:r>
          </a:p>
          <a:p>
            <a:pPr lvl="0"/>
            <a:r>
              <a:rPr lang="en-US" sz="2000" dirty="0"/>
              <a:t>Open ports found: 135 (msrpc), 139 (netbios-ssn), 445 (microsoft-ds)</a:t>
            </a:r>
          </a:p>
          <a:p>
            <a:pPr lvl="0"/>
            <a:r>
              <a:rPr lang="en-US" sz="2000" dirty="0"/>
              <a:t>Additional ports observed in earlier scans: 808, 9001</a:t>
            </a:r>
          </a:p>
          <a:p>
            <a:pPr lvl="0"/>
            <a:r>
              <a:rPr lang="en-US" sz="2000" dirty="0"/>
              <a:t>Multiple scans run to confirm consistency</a:t>
            </a:r>
          </a:p>
        </p:txBody>
      </p:sp>
    </p:spTree>
    <p:extLst>
      <p:ext uri="{BB962C8B-B14F-4D97-AF65-F5344CB8AC3E}">
        <p14:creationId xmlns:p14="http://schemas.microsoft.com/office/powerpoint/2010/main" val="2272459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Log Correlation &amp; Timeline</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dirty="0"/>
              <a:t>Engine: Python SOC Incident Analyzer (v3.0)</a:t>
            </a:r>
          </a:p>
          <a:p>
            <a:pPr lvl="0"/>
            <a:r>
              <a:rPr lang="en-US" sz="2000" dirty="0"/>
              <a:t>Log entries processed: 17</a:t>
            </a:r>
          </a:p>
          <a:p>
            <a:pPr lvl="0"/>
            <a:r>
              <a:rPr lang="en-US" sz="2000" dirty="0"/>
              <a:t>Correlated sources: Sysmon + Event Viewer + Wireshark</a:t>
            </a:r>
          </a:p>
          <a:p>
            <a:pPr lvl="0"/>
            <a:r>
              <a:rPr lang="en-US" sz="2000" dirty="0"/>
              <a:t>Built-in Attack Timeline correlation function</a:t>
            </a:r>
          </a:p>
          <a:p>
            <a:pPr lvl="0"/>
            <a:r>
              <a:rPr lang="en-US" sz="2000" dirty="0"/>
              <a:t>Output: 9 incidents, 13 Indicators of Compromise (IOCs)</a:t>
            </a:r>
          </a:p>
          <a:p>
            <a:pPr lvl="0"/>
            <a:r>
              <a:rPr lang="en-US" sz="2000" dirty="0"/>
              <a:t>Top indicators: powershell.exe, Administrator account</a:t>
            </a:r>
          </a:p>
        </p:txBody>
      </p:sp>
    </p:spTree>
    <p:extLst>
      <p:ext uri="{BB962C8B-B14F-4D97-AF65-F5344CB8AC3E}">
        <p14:creationId xmlns:p14="http://schemas.microsoft.com/office/powerpoint/2010/main" val="2272459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Findings &amp; Alerts</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dirty="0"/>
              <a:t>Overall Risk Score: 69 / 100 (HIGH)</a:t>
            </a:r>
          </a:p>
          <a:p>
            <a:pPr lvl="0"/>
            <a:r>
              <a:rPr lang="en-US" sz="2000" dirty="0"/>
              <a:t>Severity: 2 Critical, 4 High, 1 Medium, 2 Low</a:t>
            </a:r>
          </a:p>
          <a:p>
            <a:pPr lvl="0"/>
            <a:r>
              <a:rPr lang="en-US" sz="2000" dirty="0"/>
              <a:t>Detection rate reported by tool: 100%</a:t>
            </a:r>
          </a:p>
          <a:p>
            <a:pPr lvl="0"/>
            <a:r>
              <a:rPr lang="en-US" sz="2000" dirty="0"/>
              <a:t>Critical incident INC-0013: PowerShell process → external C2 callback</a:t>
            </a:r>
          </a:p>
          <a:p>
            <a:pPr lvl="0"/>
            <a:r>
              <a:rPr lang="en-US" sz="2000" dirty="0"/>
              <a:t>Indicators of Compromise (IOCs) extracted: 16</a:t>
            </a:r>
          </a:p>
          <a:p>
            <a:pPr lvl="0"/>
            <a:r>
              <a:rPr lang="en-US" sz="2000" dirty="0"/>
              <a:t>Categories: Authentication Success, Credential Access, Network Recon, Process Creation</a:t>
            </a:r>
          </a:p>
        </p:txBody>
      </p:sp>
    </p:spTree>
    <p:extLst>
      <p:ext uri="{BB962C8B-B14F-4D97-AF65-F5344CB8AC3E}">
        <p14:creationId xmlns:p14="http://schemas.microsoft.com/office/powerpoint/2010/main" val="2272459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MITRE ATT&amp;CK Mapping</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dirty="0"/>
              <a:t>T1046 – Network Service Discovery (Nmap recon)</a:t>
            </a:r>
          </a:p>
          <a:p>
            <a:pPr lvl="0"/>
            <a:r>
              <a:rPr lang="en-US" sz="2000" dirty="0"/>
              <a:t>T1059 – Command and Scripting Interpreter</a:t>
            </a:r>
          </a:p>
          <a:p>
            <a:pPr lvl="0"/>
            <a:r>
              <a:rPr lang="en-US" sz="2000" dirty="0"/>
              <a:t>T1071.001 – Application Layer Protocol (C2 Callback)</a:t>
            </a:r>
          </a:p>
          <a:p>
            <a:pPr lvl="0"/>
            <a:r>
              <a:rPr lang="en-US" sz="2000" dirty="0"/>
              <a:t>T1110 – Brute Force</a:t>
            </a:r>
          </a:p>
          <a:p>
            <a:pPr lvl="0"/>
            <a:r>
              <a:rPr lang="en-US" sz="2000" dirty="0"/>
              <a:t>T1547 – Registry Run Keys / Startup Folder</a:t>
            </a:r>
          </a:p>
          <a:p>
            <a:pPr lvl="0"/>
            <a:r>
              <a:rPr lang="en-US" sz="2000" dirty="0"/>
              <a:t>Critical: PowerShell C2 callback (INC-0013) mapped to T1071.001</a:t>
            </a:r>
          </a:p>
        </p:txBody>
      </p:sp>
    </p:spTree>
    <p:extLst>
      <p:ext uri="{BB962C8B-B14F-4D97-AF65-F5344CB8AC3E}">
        <p14:creationId xmlns:p14="http://schemas.microsoft.com/office/powerpoint/2010/main" val="2272459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dirty="0"/>
              <a:t>Simulated end-to-end SOC analyst workflow</a:t>
            </a:r>
          </a:p>
          <a:p>
            <a:pPr lvl="0"/>
            <a:r>
              <a:rPr lang="en-US" sz="2000" dirty="0"/>
              <a:t>Correlated telemetry from Sysmon, Event Viewer &amp; Wireshark</a:t>
            </a:r>
          </a:p>
          <a:p>
            <a:pPr lvl="0"/>
            <a:r>
              <a:rPr lang="en-US" sz="2000" dirty="0"/>
              <a:t>9 incidents identified; overall HIGH risk rating (69/100)</a:t>
            </a:r>
          </a:p>
          <a:p>
            <a:pPr lvl="0"/>
            <a:r>
              <a:rPr lang="en-US" sz="2000" dirty="0"/>
              <a:t>Python SOC Incident Analyzer automated classification, scoring, MITRE mapping &amp; reporting</a:t>
            </a:r>
          </a:p>
          <a:p>
            <a:pPr lvl="0"/>
            <a:r>
              <a:rPr lang="en-US" sz="2000" dirty="0"/>
              <a:t>Future work: real-time log ingestion, firewall/proxy logs, wider attack simulation</a:t>
            </a:r>
          </a:p>
        </p:txBody>
      </p:sp>
    </p:spTree>
    <p:extLst>
      <p:ext uri="{BB962C8B-B14F-4D97-AF65-F5344CB8AC3E}">
        <p14:creationId xmlns:p14="http://schemas.microsoft.com/office/powerpoint/2010/main" val="2272459462"/>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6896</TotalTime>
  <Words>30</Words>
  <Application>Microsoft Office PowerPoint</Application>
  <PresentationFormat>Widescreen</PresentationFormat>
  <Paragraphs>13</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BIA Template</vt:lpstr>
      <vt:lpstr>PowerPoint Presentation</vt:lpstr>
      <vt:lpstr>Agenda</vt:lpstr>
      <vt:lpstr>Title</vt:lpstr>
      <vt:lpstr>PowerPoint Presentation</vt:lpstr>
      <vt:lpstr>PowerPoint Presentation</vt:lpstr>
      <vt:lpstr>Title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2254</cp:revision>
  <dcterms:created xsi:type="dcterms:W3CDTF">2020-12-23T13:36:00Z</dcterms:created>
  <dcterms:modified xsi:type="dcterms:W3CDTF">2026-06-23T03:20:27Z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